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5"/>
    <p:restoredTop sz="94638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4A794-53C7-8240-AFD8-7E46077AAC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F93048-8B0E-6046-8D79-89A47AE922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61B69-8EFF-3442-8BBB-B4A3B868E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7CFB4-62C8-5A4A-A642-27E13EF37EBE}" type="datetimeFigureOut">
              <a:rPr lang="en-US" smtClean="0"/>
              <a:t>8/11/2018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20112-F825-D84E-8152-1E2BA1065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98216-77DF-7649-8010-FB2938D3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3C610-7DC4-4F4F-A6D9-6F9F91D48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338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15FDD-03D2-494E-8404-D909DBB63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89395-FEFF-CF4D-B551-2260BA2CF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F21CA-662E-8F4E-9BCF-FCE5D91E7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7CFB4-62C8-5A4A-A642-27E13EF37EBE}" type="datetimeFigureOut">
              <a:rPr lang="en-US" smtClean="0"/>
              <a:t>8/11/2018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323A8-6955-EC42-8EB8-A8DDE2F50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10527-3EC2-8E47-8C69-C357A734E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3C610-7DC4-4F4F-A6D9-6F9F91D48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305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E13CE-8AD9-2A40-BFB2-44324EA00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A41F5-9D6C-6D4A-B0AA-580A06FCA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938F8-BBCD-C94A-BEAA-F6E8E2030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7CFB4-62C8-5A4A-A642-27E13EF37EBE}" type="datetimeFigureOut">
              <a:rPr lang="en-US" smtClean="0"/>
              <a:t>8/11/2018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E3D6E-9A4F-F94F-802A-0B08F01A0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66D8F-463C-8440-90BA-CBAB60334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3C610-7DC4-4F4F-A6D9-6F9F91D48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00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01927-AF8E-5F42-8B9A-6921E156D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E2394-C978-1C4C-A037-726371B8A7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0B68B2-C78A-D340-BD42-7869C8F057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C18B3-4D61-EA41-95B3-77E5C3122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7CFB4-62C8-5A4A-A642-27E13EF37EBE}" type="datetimeFigureOut">
              <a:rPr lang="en-US" smtClean="0"/>
              <a:t>8/11/2018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FFC9C6-05C2-8C4B-9A10-5BE19F748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041878-DCB9-5949-9A89-30EF50DBE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3C610-7DC4-4F4F-A6D9-6F9F91D48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587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72BCD-44D9-9140-96B8-6303109F2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F3491-3855-D14B-8AF1-32D1933859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43E2F3-E9F5-7540-9F8C-4926B12A54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5C299D-DF79-F945-8083-C83F59150A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D0F2FF-27D9-764F-B2D8-0EDF90FF4C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408AA1-BC3B-7F4A-BA99-2B8221607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7CFB4-62C8-5A4A-A642-27E13EF37EBE}" type="datetimeFigureOut">
              <a:rPr lang="en-US" smtClean="0"/>
              <a:t>8/11/2018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979412-C312-464C-A5C9-FC462E820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CC382E-24A7-DD44-9E67-7F986081E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3C610-7DC4-4F4F-A6D9-6F9F91D48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123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C2589-D1CB-4941-894B-53D2EE850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530DE4-3DC4-844B-9B88-4492CA230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7CFB4-62C8-5A4A-A642-27E13EF37EBE}" type="datetimeFigureOut">
              <a:rPr lang="en-US" smtClean="0"/>
              <a:t>8/11/2018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F7C64-A6EA-6B4A-95FB-0A1A0337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8CCBAB-0F82-3045-9A73-7C1A319FF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3C610-7DC4-4F4F-A6D9-6F9F91D48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959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CF71D8-23B8-AE46-A81D-23ADFA71A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7CFB4-62C8-5A4A-A642-27E13EF37EBE}" type="datetimeFigureOut">
              <a:rPr lang="en-US" smtClean="0"/>
              <a:t>8/11/2018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2A703B-DB7F-D64E-B591-EFF6DF579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A998F-5C71-6346-9916-AA87CB569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3C610-7DC4-4F4F-A6D9-6F9F91D48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662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47E84-A608-3A41-A9EA-639BAEA58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D7781-0F55-294C-A6A5-25CF61DFD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60102E-A8C7-0E46-B805-BF375C112B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E0EE1-DF8C-EA43-899D-121364013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7CFB4-62C8-5A4A-A642-27E13EF37EBE}" type="datetimeFigureOut">
              <a:rPr lang="en-US" smtClean="0"/>
              <a:t>8/11/2018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15ECB-B6A5-AB4E-BE43-994F763A7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5E59C-9ED3-6E46-8E7C-53E365EA7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3C610-7DC4-4F4F-A6D9-6F9F91D48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53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8AF1D-6472-724B-AA1B-2A577D0EC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564514-0A6E-6044-93D5-45C44D203F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89C937-BF54-2640-ACD8-77D7929D8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4D42C-F860-2D42-A5AD-FAABF4EF6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7CFB4-62C8-5A4A-A642-27E13EF37EBE}" type="datetimeFigureOut">
              <a:rPr lang="en-US" smtClean="0"/>
              <a:t>8/11/2018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4033B0-0B95-AE43-AEAA-A18D93291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2F98D6-703F-E24D-B2A0-A4291C735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3C610-7DC4-4F4F-A6D9-6F9F91D48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701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809A4-BECF-1B42-8987-8BB0FC733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259B5D-DAAE-1B49-9EAB-5A64F9A107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8726F-3595-8B48-9F9B-2634FAAAF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7CFB4-62C8-5A4A-A642-27E13EF37EBE}" type="datetimeFigureOut">
              <a:rPr lang="en-US" smtClean="0"/>
              <a:t>8/11/2018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82ECF-AFED-374B-B4FB-0C96233AD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389EC-2D39-2B4D-BC14-E6F5BF47A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3C610-7DC4-4F4F-A6D9-6F9F91D48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725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CE820C-5312-9648-BC21-B8A2F2319F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B29AD9-A30F-4542-B746-128177C24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2F139-C7CB-2E41-A4BA-9B4C05ED8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7CFB4-62C8-5A4A-A642-27E13EF37EBE}" type="datetimeFigureOut">
              <a:rPr lang="en-US" smtClean="0"/>
              <a:t>8/11/2018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D1013-C1C4-2941-A0BF-6CB3EB08D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3D349-3682-7C44-9A6A-2B86214DE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3C610-7DC4-4F4F-A6D9-6F9F91D48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723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268DE5-14FC-D649-8981-82A90E2A8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FAD88-BBA8-6641-9DB0-013BA24B0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68B03-B438-024B-8F32-F1DCCB59DE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7CFB4-62C8-5A4A-A642-27E13EF37EBE}" type="datetimeFigureOut">
              <a:rPr lang="en-US" smtClean="0"/>
              <a:t>8/11/2018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7B3F2-0BE6-8C44-9B51-5C1C9BD3FB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A5C9F-AB50-BF4C-AA63-6D03A4D84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53C610-7DC4-4F4F-A6D9-6F9F91D48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527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41BAC-805A-3944-BEA6-BC9DB7390C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DC068A-0515-0B4B-9251-F1648182C2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839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A5B200-F058-B14E-A74D-1CFF3820D1E1}"/>
              </a:ext>
            </a:extLst>
          </p:cNvPr>
          <p:cNvSpPr/>
          <p:nvPr/>
        </p:nvSpPr>
        <p:spPr>
          <a:xfrm>
            <a:off x="364819" y="-563288"/>
            <a:ext cx="3600000" cy="360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riangle 3">
            <a:extLst>
              <a:ext uri="{FF2B5EF4-FFF2-40B4-BE49-F238E27FC236}">
                <a16:creationId xmlns:a16="http://schemas.microsoft.com/office/drawing/2014/main" id="{BE5EA7A1-A853-B94F-854C-5D5B9672D174}"/>
              </a:ext>
            </a:extLst>
          </p:cNvPr>
          <p:cNvSpPr/>
          <p:nvPr/>
        </p:nvSpPr>
        <p:spPr>
          <a:xfrm>
            <a:off x="724818" y="-198961"/>
            <a:ext cx="2880000" cy="28800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029651-F08B-B142-9C54-ED5CEC0AF03B}"/>
              </a:ext>
            </a:extLst>
          </p:cNvPr>
          <p:cNvSpPr/>
          <p:nvPr/>
        </p:nvSpPr>
        <p:spPr>
          <a:xfrm>
            <a:off x="8309494" y="-563288"/>
            <a:ext cx="3600000" cy="360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CED81B7-00A1-3741-9A05-180EF73965CB}"/>
              </a:ext>
            </a:extLst>
          </p:cNvPr>
          <p:cNvSpPr/>
          <p:nvPr/>
        </p:nvSpPr>
        <p:spPr>
          <a:xfrm>
            <a:off x="8957494" y="84712"/>
            <a:ext cx="2304000" cy="23040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0F26BF-AFDF-5446-B244-382AD847D816}"/>
              </a:ext>
            </a:extLst>
          </p:cNvPr>
          <p:cNvSpPr/>
          <p:nvPr/>
        </p:nvSpPr>
        <p:spPr>
          <a:xfrm>
            <a:off x="4324819" y="-563288"/>
            <a:ext cx="3600000" cy="360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9FD3A2FC-AC2E-5942-B601-D68CFB4E2649}"/>
              </a:ext>
            </a:extLst>
          </p:cNvPr>
          <p:cNvSpPr/>
          <p:nvPr/>
        </p:nvSpPr>
        <p:spPr>
          <a:xfrm>
            <a:off x="4684819" y="-203288"/>
            <a:ext cx="2880000" cy="2880000"/>
          </a:xfrm>
          <a:prstGeom prst="diamond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35728F-608E-E74C-A2F3-82DFCAFEA11F}"/>
              </a:ext>
            </a:extLst>
          </p:cNvPr>
          <p:cNvSpPr/>
          <p:nvPr/>
        </p:nvSpPr>
        <p:spPr>
          <a:xfrm>
            <a:off x="364819" y="3216712"/>
            <a:ext cx="3600000" cy="360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AE3D1C-4351-7945-BE8C-43562CFEE1D4}"/>
              </a:ext>
            </a:extLst>
          </p:cNvPr>
          <p:cNvSpPr/>
          <p:nvPr/>
        </p:nvSpPr>
        <p:spPr>
          <a:xfrm>
            <a:off x="4324819" y="3216712"/>
            <a:ext cx="3600000" cy="360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FA3D23-A8C8-8D43-A013-F0364A9B39B1}"/>
              </a:ext>
            </a:extLst>
          </p:cNvPr>
          <p:cNvSpPr/>
          <p:nvPr/>
        </p:nvSpPr>
        <p:spPr>
          <a:xfrm>
            <a:off x="8309494" y="3216712"/>
            <a:ext cx="3600000" cy="360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E51754D-B612-9E40-AC93-8AC8431F9203}"/>
              </a:ext>
            </a:extLst>
          </p:cNvPr>
          <p:cNvSpPr/>
          <p:nvPr/>
        </p:nvSpPr>
        <p:spPr>
          <a:xfrm>
            <a:off x="9083494" y="3990712"/>
            <a:ext cx="2052000" cy="2052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FC778A6-B834-D445-89E1-7BBFC7AFE4DF}"/>
              </a:ext>
            </a:extLst>
          </p:cNvPr>
          <p:cNvGrpSpPr/>
          <p:nvPr/>
        </p:nvGrpSpPr>
        <p:grpSpPr>
          <a:xfrm rot="2700000">
            <a:off x="4755554" y="3727184"/>
            <a:ext cx="2735462" cy="2729528"/>
            <a:chOff x="4755554" y="3727184"/>
            <a:chExt cx="2735462" cy="2729528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6201CF2-B485-B44B-A77C-BA15455F66E0}"/>
                </a:ext>
              </a:extLst>
            </p:cNvPr>
            <p:cNvSpPr/>
            <p:nvPr/>
          </p:nvSpPr>
          <p:spPr>
            <a:xfrm>
              <a:off x="5669419" y="3727184"/>
              <a:ext cx="910799" cy="91079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F176E27-5D67-8741-8E4D-38ABC0B0A3DC}"/>
                </a:ext>
              </a:extLst>
            </p:cNvPr>
            <p:cNvSpPr/>
            <p:nvPr/>
          </p:nvSpPr>
          <p:spPr>
            <a:xfrm>
              <a:off x="5669419" y="4637983"/>
              <a:ext cx="910799" cy="91079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A205EB4-F38D-6548-90D8-F904CB35F83C}"/>
                </a:ext>
              </a:extLst>
            </p:cNvPr>
            <p:cNvSpPr/>
            <p:nvPr/>
          </p:nvSpPr>
          <p:spPr>
            <a:xfrm>
              <a:off x="6580217" y="4637981"/>
              <a:ext cx="910799" cy="91079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5A50996-286E-BA4B-8A5C-946F186737E0}"/>
                </a:ext>
              </a:extLst>
            </p:cNvPr>
            <p:cNvSpPr/>
            <p:nvPr/>
          </p:nvSpPr>
          <p:spPr>
            <a:xfrm>
              <a:off x="4755554" y="4637982"/>
              <a:ext cx="910799" cy="91079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404B8BB-233D-4B49-88F0-3FD80384A4EC}"/>
                </a:ext>
              </a:extLst>
            </p:cNvPr>
            <p:cNvSpPr/>
            <p:nvPr/>
          </p:nvSpPr>
          <p:spPr>
            <a:xfrm>
              <a:off x="5669418" y="5545913"/>
              <a:ext cx="910799" cy="91079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53330C4F-371F-5448-ACF6-BA30111C3978}"/>
              </a:ext>
            </a:extLst>
          </p:cNvPr>
          <p:cNvSpPr/>
          <p:nvPr/>
        </p:nvSpPr>
        <p:spPr>
          <a:xfrm rot="2700000">
            <a:off x="5662349" y="3725590"/>
            <a:ext cx="910799" cy="27288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931DF8B-503A-8A44-9284-DEB68139AE22}"/>
              </a:ext>
            </a:extLst>
          </p:cNvPr>
          <p:cNvSpPr/>
          <p:nvPr/>
        </p:nvSpPr>
        <p:spPr>
          <a:xfrm rot="8100000">
            <a:off x="5662351" y="3732431"/>
            <a:ext cx="910799" cy="27288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9A760F4-5DBB-DB4B-9254-55205119E35C}"/>
              </a:ext>
            </a:extLst>
          </p:cNvPr>
          <p:cNvSpPr/>
          <p:nvPr/>
        </p:nvSpPr>
        <p:spPr>
          <a:xfrm>
            <a:off x="726881" y="4171990"/>
            <a:ext cx="2880000" cy="1835999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693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998CC6-73EF-4605-A424-6D4370F2B141}"/>
              </a:ext>
            </a:extLst>
          </p:cNvPr>
          <p:cNvSpPr/>
          <p:nvPr/>
        </p:nvSpPr>
        <p:spPr>
          <a:xfrm>
            <a:off x="364819" y="3216712"/>
            <a:ext cx="3600000" cy="360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A28F087-AC00-4967-BB2B-322C6765F548}"/>
              </a:ext>
            </a:extLst>
          </p:cNvPr>
          <p:cNvSpPr/>
          <p:nvPr/>
        </p:nvSpPr>
        <p:spPr>
          <a:xfrm>
            <a:off x="726881" y="4171990"/>
            <a:ext cx="2880000" cy="1835999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DAFB42-734F-4948-B0A3-EB5908657878}"/>
              </a:ext>
            </a:extLst>
          </p:cNvPr>
          <p:cNvSpPr/>
          <p:nvPr/>
        </p:nvSpPr>
        <p:spPr>
          <a:xfrm>
            <a:off x="1963465" y="-614204"/>
            <a:ext cx="3600000" cy="360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Sort 5">
            <a:extLst>
              <a:ext uri="{FF2B5EF4-FFF2-40B4-BE49-F238E27FC236}">
                <a16:creationId xmlns:a16="http://schemas.microsoft.com/office/drawing/2014/main" id="{EA6178BB-4FB3-477C-8244-618B1ACDC6C4}"/>
              </a:ext>
            </a:extLst>
          </p:cNvPr>
          <p:cNvSpPr/>
          <p:nvPr/>
        </p:nvSpPr>
        <p:spPr>
          <a:xfrm>
            <a:off x="3340361" y="84832"/>
            <a:ext cx="914400" cy="2407298"/>
          </a:xfrm>
          <a:prstGeom prst="flowChartSor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" name="Flowchart: Sort 6">
            <a:extLst>
              <a:ext uri="{FF2B5EF4-FFF2-40B4-BE49-F238E27FC236}">
                <a16:creationId xmlns:a16="http://schemas.microsoft.com/office/drawing/2014/main" id="{B812F014-786E-479C-94B1-B65AC2F88320}"/>
              </a:ext>
            </a:extLst>
          </p:cNvPr>
          <p:cNvSpPr/>
          <p:nvPr/>
        </p:nvSpPr>
        <p:spPr>
          <a:xfrm rot="16200000">
            <a:off x="3387014" y="-101782"/>
            <a:ext cx="821094" cy="2780526"/>
          </a:xfrm>
          <a:prstGeom prst="flowChartSor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469CF7-1DD1-46FC-99F9-EA7924CE3F71}"/>
              </a:ext>
            </a:extLst>
          </p:cNvPr>
          <p:cNvSpPr/>
          <p:nvPr/>
        </p:nvSpPr>
        <p:spPr>
          <a:xfrm>
            <a:off x="6815383" y="1493658"/>
            <a:ext cx="3600000" cy="360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lowchart: Sort 9">
            <a:extLst>
              <a:ext uri="{FF2B5EF4-FFF2-40B4-BE49-F238E27FC236}">
                <a16:creationId xmlns:a16="http://schemas.microsoft.com/office/drawing/2014/main" id="{90636EBA-30E7-48DA-A097-0556C583B4FE}"/>
              </a:ext>
            </a:extLst>
          </p:cNvPr>
          <p:cNvSpPr/>
          <p:nvPr/>
        </p:nvSpPr>
        <p:spPr>
          <a:xfrm rot="16200000">
            <a:off x="7882327" y="1687701"/>
            <a:ext cx="1466112" cy="3211915"/>
          </a:xfrm>
          <a:prstGeom prst="flowChartSor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9A27ED5-9338-4670-A631-EB305C438F0F}"/>
              </a:ext>
            </a:extLst>
          </p:cNvPr>
          <p:cNvGrpSpPr/>
          <p:nvPr/>
        </p:nvGrpSpPr>
        <p:grpSpPr>
          <a:xfrm rot="5400000">
            <a:off x="1547260" y="4012666"/>
            <a:ext cx="1390265" cy="2018840"/>
            <a:chOff x="8059402" y="206891"/>
            <a:chExt cx="1390265" cy="2018840"/>
          </a:xfrm>
        </p:grpSpPr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ABCAC753-2AD8-43BE-B64D-8C50338ED1E1}"/>
                </a:ext>
              </a:extLst>
            </p:cNvPr>
            <p:cNvSpPr/>
            <p:nvPr/>
          </p:nvSpPr>
          <p:spPr>
            <a:xfrm rot="5400000">
              <a:off x="8343986" y="326949"/>
              <a:ext cx="821095" cy="1390264"/>
            </a:xfrm>
            <a:prstGeom prst="triangle">
              <a:avLst>
                <a:gd name="adj" fmla="val 4851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134FAC28-465F-4DFC-9939-05479F2F5B82}"/>
                </a:ext>
              </a:extLst>
            </p:cNvPr>
            <p:cNvSpPr/>
            <p:nvPr/>
          </p:nvSpPr>
          <p:spPr>
            <a:xfrm rot="16200000" flipH="1">
              <a:off x="8343986" y="742114"/>
              <a:ext cx="821095" cy="1390264"/>
            </a:xfrm>
            <a:prstGeom prst="triangle">
              <a:avLst>
                <a:gd name="adj" fmla="val 4851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F98741C7-A6FD-4739-AE5B-3846EFD2B053}"/>
                </a:ext>
              </a:extLst>
            </p:cNvPr>
            <p:cNvSpPr/>
            <p:nvPr/>
          </p:nvSpPr>
          <p:spPr>
            <a:xfrm rot="5400000">
              <a:off x="8343987" y="1120052"/>
              <a:ext cx="821095" cy="1390264"/>
            </a:xfrm>
            <a:prstGeom prst="triangle">
              <a:avLst>
                <a:gd name="adj" fmla="val 4851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CD686FE4-1FD5-430D-A66B-F50CCED8B145}"/>
                </a:ext>
              </a:extLst>
            </p:cNvPr>
            <p:cNvSpPr/>
            <p:nvPr/>
          </p:nvSpPr>
          <p:spPr>
            <a:xfrm rot="16200000" flipH="1">
              <a:off x="8343987" y="-77693"/>
              <a:ext cx="821095" cy="1390264"/>
            </a:xfrm>
            <a:prstGeom prst="triangle">
              <a:avLst>
                <a:gd name="adj" fmla="val 4851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Flowchart: Sort 15">
            <a:extLst>
              <a:ext uri="{FF2B5EF4-FFF2-40B4-BE49-F238E27FC236}">
                <a16:creationId xmlns:a16="http://schemas.microsoft.com/office/drawing/2014/main" id="{95898A31-A397-48F6-9462-74FF40B8C767}"/>
              </a:ext>
            </a:extLst>
          </p:cNvPr>
          <p:cNvSpPr/>
          <p:nvPr/>
        </p:nvSpPr>
        <p:spPr>
          <a:xfrm>
            <a:off x="7882327" y="1687701"/>
            <a:ext cx="1466112" cy="3211915"/>
          </a:xfrm>
          <a:prstGeom prst="flowChartSor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824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23087B-0C0B-2447-8495-B3D1FD4C1C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7383231"/>
              </p:ext>
            </p:extLst>
          </p:nvPr>
        </p:nvGraphicFramePr>
        <p:xfrm>
          <a:off x="2032000" y="719666"/>
          <a:ext cx="8127999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4292008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9497937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2361294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Figure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Height=Width=8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Area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506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triangle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(8*8)/2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8921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circle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pi*4^2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50.24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002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rhombus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2*(4*8/2)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8195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square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8*8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076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cross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2*2*5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582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50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171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647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9476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7134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743</TotalTime>
  <Words>31</Words>
  <Application>Microsoft Office PowerPoint</Application>
  <PresentationFormat>Widescreen</PresentationFormat>
  <Paragraphs>19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Rojas Líbano</dc:creator>
  <cp:lastModifiedBy>Daniel</cp:lastModifiedBy>
  <cp:revision>16</cp:revision>
  <dcterms:created xsi:type="dcterms:W3CDTF">2018-07-24T15:12:49Z</dcterms:created>
  <dcterms:modified xsi:type="dcterms:W3CDTF">2018-08-12T02:44:20Z</dcterms:modified>
</cp:coreProperties>
</file>